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30CB6E-E3CF-4F82-B564-F05D09ED3335}">
  <a:tblStyle styleId="{B230CB6E-E3CF-4F82-B564-F05D09ED333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0.jpg"/><Relationship Id="rId5" Type="http://schemas.openxmlformats.org/officeDocument/2006/relationships/image" Target="../media/image19.jpg"/><Relationship Id="rId6"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{B230CB6E-E3CF-4F82-B564-F05D09ED3335}</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